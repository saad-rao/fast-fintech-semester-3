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1" r:id="rId4"/>
    <p:sldId id="262" r:id="rId5"/>
    <p:sldId id="260" r:id="rId6"/>
    <p:sldId id="263" r:id="rId7"/>
    <p:sldId id="258" r:id="rId8"/>
    <p:sldId id="257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1CCB3-850E-479E-A3B7-E2590791DE5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76ACD8-9A0A-42CB-901F-6DC53AAEF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2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Introduction to Programming levels/</a:t>
            </a:r>
            <a:r>
              <a:rPr lang="en-US" baseline="0" dirty="0" smtClean="0"/>
              <a:t> Generation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6ACD8-9A0A-42CB-901F-6DC53AAEFA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2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Introduction to Programming levels/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Genration</a:t>
            </a:r>
            <a:r>
              <a:rPr lang="en-US" baseline="0" dirty="0" smtClean="0"/>
              <a:t>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6ACD8-9A0A-42CB-901F-6DC53AAEFA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1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Introduction to Programming levels/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Genration</a:t>
            </a:r>
            <a:r>
              <a:rPr lang="en-US" baseline="0" dirty="0" smtClean="0"/>
              <a:t>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6ACD8-9A0A-42CB-901F-6DC53AAEFA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62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6ACD8-9A0A-42CB-901F-6DC53AAEFA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45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6ACD8-9A0A-42CB-901F-6DC53AAEFA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6ACD8-9A0A-42CB-901F-6DC53AAEFA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37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6ACD8-9A0A-42CB-901F-6DC53AAEFA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72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76ACD8-9A0A-42CB-901F-6DC53AAEFA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70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1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6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3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8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1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74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5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26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5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68323-163A-4795-8228-9B265445275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13714-B147-484D-847F-0EBD006B6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926457"/>
              </p:ext>
            </p:extLst>
          </p:nvPr>
        </p:nvGraphicFramePr>
        <p:xfrm>
          <a:off x="1451777" y="2717657"/>
          <a:ext cx="9361226" cy="1188720"/>
        </p:xfrm>
        <a:graphic>
          <a:graphicData uri="http://schemas.openxmlformats.org/drawingml/2006/table">
            <a:tbl>
              <a:tblPr/>
              <a:tblGrid>
                <a:gridCol w="9361226">
                  <a:extLst>
                    <a:ext uri="{9D8B030D-6E8A-4147-A177-3AD203B41FA5}">
                      <a16:colId xmlns:a16="http://schemas.microsoft.com/office/drawing/2014/main" val="3440165662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Week 01</a:t>
                      </a:r>
                      <a:br>
                        <a:rPr lang="en-US" sz="3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3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 </a:t>
                      </a:r>
                      <a:r>
                        <a:rPr lang="en-US" sz="36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 Object Oriented Programming</a:t>
                      </a:r>
                      <a:endParaRPr lang="en-US" sz="5400" b="1" i="1" dirty="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1726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06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8976" y="128994"/>
            <a:ext cx="4959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Programming level/</a:t>
            </a:r>
            <a:r>
              <a:rPr lang="en-US" b="1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Different Types of Programming Languages, Tools, and Their Advanced  Applications Overview | by SOHEL RANA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547" y="1161495"/>
            <a:ext cx="10029070" cy="493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41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8976" y="128994"/>
            <a:ext cx="4959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Programming level/</a:t>
            </a:r>
            <a:r>
              <a:rPr lang="en-US" b="1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Different Types of Programming Languages, Tools, and Their Advanced  Applications Overview | by SOHEL RANA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147" y="2129057"/>
            <a:ext cx="5141699" cy="252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19740" y="89315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language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code: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such as addition or subtraction.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identify the data to be processed.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language is machine dependent as it is the only language the computer can understand.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efficient code but very difficult to write.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9740" y="294662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operation codes replaced binary operation codes.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programs needed to be “assembled” for execution by the computer.  Each assembly language instruction is translated into one machine language instruction.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efficient code and easier to write.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33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8976" y="128994"/>
            <a:ext cx="4959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Programming level/</a:t>
            </a:r>
            <a:r>
              <a:rPr lang="en-US" b="1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Different Types of Programming Languages, Tools, and Their Advanced  Applications Overview | by SOHEL RANA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147" y="2129057"/>
            <a:ext cx="5141699" cy="252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88976" y="63829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Level 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Closer to English but included simple mathematical notation.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written in </a:t>
            </a:r>
            <a:r>
              <a:rPr lang="en-US" dirty="0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which must be translated into machine language programs called </a:t>
            </a:r>
            <a:r>
              <a:rPr lang="en-US" dirty="0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code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translation of source code to object code is accomplished by a machine language system program called a </a:t>
            </a:r>
            <a:r>
              <a:rPr lang="en-US" dirty="0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76" y="3276232"/>
            <a:ext cx="6096000" cy="20867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 based programming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high level language (</a:t>
            </a:r>
            <a:r>
              <a:rPr lang="en-US" dirty="0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4GL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that requires fewer instructions to accomplish a task than a third generation language.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with databases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 languages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generators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Forms designers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generators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695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ifference Between Compiler and Interpre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657" y="336734"/>
            <a:ext cx="7234053" cy="612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4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e Differences Between Interpreter and Compiler Expla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11" y="59399"/>
            <a:ext cx="5528929" cy="670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954231" y="1981891"/>
            <a:ext cx="582664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418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Code (.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1418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418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→ Compiled to → Bytecode (.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1418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418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→ Executed by → Python Virtual Machine (PVM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1418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file you write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Python's compiler translates this into bytecode (a set of instructions specific to the Python interpreter, not the actual hardware)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Python Virtual Machine (PVM) reads and executes this bytecode line by 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25584" y="4844213"/>
            <a:ext cx="253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once, run anywhere</a:t>
            </a:r>
            <a:endParaRPr 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51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earn about 25+ programming languages for beginners | GeeksforGeeks posted  on the topic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413" y="0"/>
            <a:ext cx="4580179" cy="346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7286" y="553998"/>
            <a:ext cx="345141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Procedural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program is organized as a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 of steps/procedures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tell the computer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perform a task step by step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Read two numbers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Add them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Store the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Display the result</a:t>
            </a: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Procedural = "Do this, then this, then this."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" y="3785652"/>
            <a:ext cx="31212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Functional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Programs are built mainly using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transform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Instead of focusing on changing variables and program state, functional programming emphasizes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result should be produced from given inputs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f(x) = x ×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x = 5, then: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f(5) =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= "Apply functions to data."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424126" y="3469342"/>
            <a:ext cx="463475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Object-Oriented Programming (OOP)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Programs are organized around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object combines: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attributes/properties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methods/functions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imagine a Student object: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├──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├── 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└── study()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OOP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will often encounter: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blueprint for objects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instance of a class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keeping data and operations together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creating a class based on another class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allowing the same interface to behave differently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OOP = "Organize programs around objects."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229600" y="0"/>
            <a:ext cx="3738283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Scripting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Scripting languages are commonly used to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tasks or control other software/environments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JavaScript can be used to make a webpage respond when a user clicks a button.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clicks button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runs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Webpage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Scripts are often executed by a runtime environment rather than being used primarily to create standalone native applications.</a:t>
            </a: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way to remember: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Scripting = "Use code to automate/control something."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164557" y="3231654"/>
            <a:ext cx="377414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Logic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You describe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facts and rules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the system uses logical reasoning to find answers.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Instead of giving the computer a detailed sequence of instructions, you specify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true and what rules apply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Socrates is a human.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humans are mortal.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Socrates is mortal.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Prolog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another famous example of a logic programming language.</a:t>
            </a: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way to remember: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 = "Give facts + rules → computer derives the answer."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62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9999" y="252559"/>
            <a:ext cx="16387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Oop Images – Browse 78,036 Stock Photos, Vectors, and Video | Adobe 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5" y="1215985"/>
            <a:ext cx="5876925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OPS Concepts in Java with Real-time Examples | by Vikash Kumar | Medi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828" y="1428745"/>
            <a:ext cx="6514631" cy="366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570921" y="3189767"/>
            <a:ext cx="297712" cy="2126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2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9999" y="252559"/>
            <a:ext cx="2694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Five principles of OOP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OOPs Object Oriented Programming System https://t.co/hNSgtCkIWm #python #oop  #programm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99" y="844055"/>
            <a:ext cx="5799615" cy="5700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99614" y="254013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 Abstraction: To have the relevant information.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 Encapsulation: To hide information inside the object.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3- Polymorphism: To have many shapes / behaviors.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4- Inheritance: To create a new object with an existing one (To adopt features from others)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5- Reusability: Ability to use an object again and again if needed.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72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9999" y="252559"/>
            <a:ext cx="2694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Five principles of OOP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OOPs Object Oriented Programming System https://t.co/hNSgtCkIWm #python #oop  #programm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243" y="812157"/>
            <a:ext cx="5799615" cy="5700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Introduction to Object-Oriented Programm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415" y="771533"/>
            <a:ext cx="5905131" cy="574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47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9999" y="252559"/>
            <a:ext cx="2694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Five principles of OOP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OOPs Object Oriented Programming System https://t.co/hNSgtCkIWm #python #oop  #programm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243" y="812157"/>
            <a:ext cx="5799615" cy="5700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Inheritance in C++: Types &amp; Examples of Inheritance Explaine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nheritance in C++: Types &amp; Examples of Inheritance Explaine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What is Inheritance in C++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What is Inheritance in C++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195" y="2299412"/>
            <a:ext cx="6641805" cy="295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3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nheritance in C++: Types &amp; Examples of Inheritance Explaine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nheritance in C++: Types &amp; Examples of Inheritance Explaine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What is Inheritance in C++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What is Inheritance in C++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0" name="Picture 2" descr="Python Data Types – PYnati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277" y="160337"/>
            <a:ext cx="7489980" cy="653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36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770</Words>
  <Application>Microsoft Office PowerPoint</Application>
  <PresentationFormat>Widescreen</PresentationFormat>
  <Paragraphs>108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K259012 Muhammad Khalid</dc:creator>
  <cp:lastModifiedBy>magdalene Gloria</cp:lastModifiedBy>
  <cp:revision>14</cp:revision>
  <dcterms:created xsi:type="dcterms:W3CDTF">2026-08-17T08:46:47Z</dcterms:created>
  <dcterms:modified xsi:type="dcterms:W3CDTF">2026-08-18T07:00:53Z</dcterms:modified>
</cp:coreProperties>
</file>